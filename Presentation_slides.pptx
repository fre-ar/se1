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Proxima Nova"/>
      <p:regular r:id="rId31"/>
      <p:bold r:id="rId32"/>
      <p:italic r:id="rId33"/>
      <p:boldItalic r:id="rId34"/>
    </p:embeddedFont>
    <p:embeddedFont>
      <p:font typeface="Proxima Nova Semibold"/>
      <p:regular r:id="rId35"/>
      <p:bold r:id="rId36"/>
      <p:boldItalic r:id="rId37"/>
    </p:embeddedFont>
    <p:embeddedFont>
      <p:font typeface="Oswal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.fntdata"/><Relationship Id="rId13" Type="http://schemas.openxmlformats.org/officeDocument/2006/relationships/slide" Target="slides/slide8.xml"/><Relationship Id="rId35" Type="http://schemas.openxmlformats.org/officeDocument/2006/relationships/font" Target="fonts/ProximaNova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10.xml"/><Relationship Id="rId37" Type="http://schemas.openxmlformats.org/officeDocument/2006/relationships/font" Target="fonts/ProximaNova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roximaNovaSemibold-bold.fntdata"/><Relationship Id="rId17" Type="http://schemas.openxmlformats.org/officeDocument/2006/relationships/slide" Target="slides/slide12.xml"/><Relationship Id="rId39" Type="http://schemas.openxmlformats.org/officeDocument/2006/relationships/font" Target="fonts/Oswald-bold.fntdata"/><Relationship Id="rId16" Type="http://schemas.openxmlformats.org/officeDocument/2006/relationships/slide" Target="slides/slide11.xml"/><Relationship Id="rId38" Type="http://schemas.openxmlformats.org/officeDocument/2006/relationships/font" Target="fonts/Oswa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c1997cbf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c1997cbf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1915131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1915131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c2221473c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c2221473c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1915131a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1915131a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93be0b746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93be0b746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1915131a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b1915131a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1915131a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b1915131a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1915131ad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b1915131a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1915131a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b1915131a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b1915131a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b1915131a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1915131a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b1915131a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b1915131ad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b1915131ad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1915131ad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b1915131ad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8c1997cbfd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8c1997cbfd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b1915131ad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b1915131ad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ad0aeb9a52_0_10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ad0aeb9a52_0_10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2" type="title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/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title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9" name="Google Shape;49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p9"/>
          <p:cNvSpPr txBox="1"/>
          <p:nvPr>
            <p:ph idx="1" type="subTitle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9"/>
          <p:cNvSpPr txBox="1"/>
          <p:nvPr>
            <p:ph idx="2" type="body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82" name="Google Shape;82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hasCustomPrompt="1" type="title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11"/>
          <p:cNvGrpSpPr/>
          <p:nvPr/>
        </p:nvGrpSpPr>
        <p:grpSpPr>
          <a:xfrm flipH="1" rot="10800000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9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3"/>
          <p:cNvSpPr txBox="1"/>
          <p:nvPr>
            <p:ph idx="2" type="title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2" type="body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3" type="title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4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8" name="Google Shape;128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hasCustomPrompt="1" idx="2" type="title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/>
          <p:nvPr>
            <p:ph hasCustomPrompt="1" idx="3" type="title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5"/>
          <p:cNvSpPr txBox="1"/>
          <p:nvPr>
            <p:ph hasCustomPrompt="1" idx="4" type="title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/>
          <p:nvPr>
            <p:ph hasCustomPrompt="1" idx="5" type="title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6" type="subTitle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5"/>
          <p:cNvSpPr txBox="1"/>
          <p:nvPr>
            <p:ph idx="7" type="subTitle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8" type="subTitle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5" type="subTitle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" name="Google Shape;154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5" name="Google Shape;155;p1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61" name="Google Shape;161;p1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1" type="subTitle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9" name="Google Shape;169;p16"/>
          <p:cNvSpPr txBox="1"/>
          <p:nvPr>
            <p:ph idx="2" type="subTitle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6"/>
          <p:cNvSpPr txBox="1"/>
          <p:nvPr>
            <p:ph idx="3" type="subTitle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1" name="Google Shape;171;p16"/>
          <p:cNvSpPr txBox="1"/>
          <p:nvPr>
            <p:ph idx="4" type="subTitle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5" type="subTitle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6" type="subTitle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4" name="Google Shape;174;p16"/>
          <p:cNvGrpSpPr/>
          <p:nvPr/>
        </p:nvGrpSpPr>
        <p:grpSpPr>
          <a:xfrm flipH="1" rot="5400000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flipH="1" rot="-5400000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" type="subTitle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7"/>
          <p:cNvSpPr txBox="1"/>
          <p:nvPr>
            <p:ph idx="2" type="subTitle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7"/>
          <p:cNvSpPr txBox="1"/>
          <p:nvPr>
            <p:ph idx="3" type="subTitle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4" type="subTitle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5" type="subTitle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7"/>
          <p:cNvSpPr txBox="1"/>
          <p:nvPr>
            <p:ph idx="6" type="subTitle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4" name="Google Shape;194;p17"/>
          <p:cNvGrpSpPr/>
          <p:nvPr/>
        </p:nvGrpSpPr>
        <p:grpSpPr>
          <a:xfrm flipH="1" rot="-5400000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 flipH="1" rot="5400000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subTitle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" type="subTitle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200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3" type="subTitle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subTitle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4081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5" type="subTitle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subTitle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7" type="subTitle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8" type="subTitle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200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6" name="Google Shape;216;p18"/>
          <p:cNvGrpSpPr/>
          <p:nvPr/>
        </p:nvGrpSpPr>
        <p:grpSpPr>
          <a:xfrm flipH="1" rot="-5400000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flipH="1" rot="5400000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1" type="subTitle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9"/>
          <p:cNvSpPr txBox="1"/>
          <p:nvPr>
            <p:ph hasCustomPrompt="1" idx="2" type="title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9"/>
          <p:cNvSpPr txBox="1"/>
          <p:nvPr>
            <p:ph idx="3" type="subTitle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9"/>
          <p:cNvSpPr txBox="1"/>
          <p:nvPr>
            <p:ph idx="4" type="subTitle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9"/>
          <p:cNvSpPr txBox="1"/>
          <p:nvPr>
            <p:ph hasCustomPrompt="1" idx="5" type="title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9"/>
          <p:cNvSpPr txBox="1"/>
          <p:nvPr>
            <p:ph idx="6" type="subTitle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9"/>
          <p:cNvSpPr txBox="1"/>
          <p:nvPr>
            <p:ph idx="7" type="subTitle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hasCustomPrompt="1" idx="8" type="title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9"/>
          <p:cNvSpPr txBox="1"/>
          <p:nvPr>
            <p:ph idx="9" type="subTitle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9" name="Google Shape;239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40" name="Google Shape;240;p19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46" name="Google Shape;246;p19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idx="1" type="subTitle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20"/>
          <p:cNvSpPr txBox="1"/>
          <p:nvPr>
            <p:ph hasCustomPrompt="1" idx="2" type="title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/>
          <p:nvPr>
            <p:ph idx="3" type="subTitle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0"/>
          <p:cNvSpPr txBox="1"/>
          <p:nvPr>
            <p:ph idx="4" type="subTitle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0"/>
          <p:cNvSpPr txBox="1"/>
          <p:nvPr>
            <p:ph hasCustomPrompt="1" idx="5" type="title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/>
          <p:nvPr>
            <p:ph idx="6" type="subTitle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0"/>
          <p:cNvSpPr txBox="1"/>
          <p:nvPr>
            <p:ph idx="7" type="subTitle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0"/>
          <p:cNvSpPr txBox="1"/>
          <p:nvPr>
            <p:ph hasCustomPrompt="1" idx="8" type="title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/>
          <p:nvPr>
            <p:ph idx="9" type="subTitle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0"/>
          <p:cNvSpPr txBox="1"/>
          <p:nvPr>
            <p:ph idx="13" type="subTitle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0"/>
          <p:cNvSpPr txBox="1"/>
          <p:nvPr>
            <p:ph hasCustomPrompt="1" idx="14" type="title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/>
          <p:nvPr>
            <p:ph idx="15" type="subTitle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0"/>
          <p:cNvSpPr txBox="1"/>
          <p:nvPr>
            <p:ph idx="16" type="subTitle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0"/>
          <p:cNvSpPr txBox="1"/>
          <p:nvPr>
            <p:ph hasCustomPrompt="1" idx="17" type="title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/>
          <p:nvPr>
            <p:ph idx="18" type="subTitle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0"/>
          <p:cNvSpPr txBox="1"/>
          <p:nvPr>
            <p:ph idx="19" type="subTitle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0"/>
          <p:cNvSpPr txBox="1"/>
          <p:nvPr>
            <p:ph hasCustomPrompt="1" idx="20" type="title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/>
          <p:nvPr>
            <p:ph idx="21" type="subTitle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21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1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1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1"/>
          <p:cNvSpPr txBox="1"/>
          <p:nvPr>
            <p:ph idx="5" type="subTitle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21"/>
          <p:cNvSpPr txBox="1"/>
          <p:nvPr>
            <p:ph idx="6" type="subTitle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3210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1"/>
          <p:cNvSpPr txBox="1"/>
          <p:nvPr>
            <p:ph idx="7" type="subTitle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1"/>
          <p:cNvSpPr txBox="1"/>
          <p:nvPr>
            <p:ph idx="8" type="subTitle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1"/>
          <p:cNvSpPr txBox="1"/>
          <p:nvPr>
            <p:ph idx="9" type="subTitle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1"/>
          <p:cNvSpPr txBox="1"/>
          <p:nvPr>
            <p:ph idx="13" type="subTitle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1"/>
          <p:cNvSpPr txBox="1"/>
          <p:nvPr>
            <p:ph idx="14" type="subTitle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1"/>
          <p:cNvSpPr txBox="1"/>
          <p:nvPr>
            <p:ph idx="15" type="subTitle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rect b="b" l="l" r="r" t="t"/>
              <a:pathLst>
                <a:path extrusionOk="0" h="1035" w="2259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rect b="b" l="l" r="r" t="t"/>
              <a:pathLst>
                <a:path extrusionOk="0" h="1035" w="2258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rect b="b" l="l" r="r" t="t"/>
              <a:pathLst>
                <a:path extrusionOk="0" h="1035" w="2259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rect b="b" l="l" r="r" t="t"/>
              <a:pathLst>
                <a:path extrusionOk="0" h="2002" w="1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rect b="b" l="l" r="r" t="t"/>
              <a:pathLst>
                <a:path extrusionOk="0" h="55841" w="86029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rect b="b" l="l" r="r" t="t"/>
              <a:pathLst>
                <a:path extrusionOk="0" h="9008" w="86029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rect b="b" l="l" r="r" t="t"/>
              <a:pathLst>
                <a:path extrusionOk="0" h="41197" w="79257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rect b="b" l="l" r="r" t="t"/>
              <a:pathLst>
                <a:path extrusionOk="0" fill="none" h="3803" w="1869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rect b="b" l="l" r="r" t="t"/>
              <a:pathLst>
                <a:path extrusionOk="0" fill="none" h="3803" w="1903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rect b="b" l="l" r="r" t="t"/>
              <a:pathLst>
                <a:path extrusionOk="0" fill="none" h="4137" w="1502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rect b="b" l="l" r="r" t="t"/>
              <a:pathLst>
                <a:path extrusionOk="0" h="1069" w="1069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rect b="b" l="l" r="r" t="t"/>
              <a:pathLst>
                <a:path extrusionOk="0" h="1069" w="1068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rect b="b" l="l" r="r" t="t"/>
              <a:pathLst>
                <a:path extrusionOk="0" h="1069" w="1068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rect b="b" l="l" r="r" t="t"/>
              <a:pathLst>
                <a:path extrusionOk="0" fill="none" h="1" w="56942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rect b="b" l="l" r="r" t="t"/>
              <a:pathLst>
                <a:path extrusionOk="0" fill="none" h="1" w="4404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rect b="b" l="l" r="r" t="t"/>
              <a:pathLst>
                <a:path extrusionOk="0" fill="none" h="1" w="5605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rect b="b" l="l" r="r" t="t"/>
              <a:pathLst>
                <a:path extrusionOk="0" fill="none" h="1" w="35627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rect b="b" l="l" r="r" t="t"/>
              <a:pathLst>
                <a:path extrusionOk="0" fill="none" h="1" w="6406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rect b="b" l="l" r="r" t="t"/>
              <a:pathLst>
                <a:path extrusionOk="0" fill="none" h="1" w="17347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rect b="b" l="l" r="r" t="t"/>
              <a:pathLst>
                <a:path extrusionOk="0" fill="none" h="1" w="3504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rect b="b" l="l" r="r" t="t"/>
              <a:pathLst>
                <a:path extrusionOk="0" fill="none" h="1" w="3503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rect b="b" l="l" r="r" t="t"/>
              <a:pathLst>
                <a:path extrusionOk="0" fill="none" h="1" w="347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rect b="b" l="l" r="r" t="t"/>
              <a:pathLst>
                <a:path extrusionOk="0" fill="none" h="1" w="347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rect b="b" l="l" r="r" t="t"/>
              <a:pathLst>
                <a:path extrusionOk="0" fill="none" h="1" w="54006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rect b="b" l="l" r="r" t="t"/>
              <a:pathLst>
                <a:path extrusionOk="0" fill="none" h="1" w="744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rect b="b" l="l" r="r" t="t"/>
              <a:pathLst>
                <a:path extrusionOk="0" fill="none" h="1" w="30423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cap="rnd" cmpd="sng" w="20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rect b="b" l="l" r="r" t="t"/>
              <a:pathLst>
                <a:path extrusionOk="0" fill="none" h="1" w="12377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cap="rnd" cmpd="sng" w="20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rect b="b" l="l" r="r" t="t"/>
              <a:pathLst>
                <a:path extrusionOk="0" fill="none" h="1" w="4905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cap="rnd" cmpd="sng" w="20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rect b="b" l="l" r="r" t="t"/>
              <a:pathLst>
                <a:path extrusionOk="0" h="502" w="4838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rect b="b" l="l" r="r" t="t"/>
              <a:pathLst>
                <a:path extrusionOk="0" h="502" w="4838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rect b="b" l="l" r="r" t="t"/>
              <a:pathLst>
                <a:path extrusionOk="0" h="502" w="4838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rect b="b" l="l" r="r" t="t"/>
              <a:pathLst>
                <a:path extrusionOk="0" h="4370" w="4271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rect b="b" l="l" r="r" t="t"/>
              <a:pathLst>
                <a:path extrusionOk="0" h="4270" w="4271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rect b="b" l="l" r="r" t="t"/>
              <a:pathLst>
                <a:path extrusionOk="0" h="3536" w="3504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rect b="b" l="l" r="r" t="t"/>
              <a:pathLst>
                <a:path extrusionOk="0" h="1802" w="3504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rect b="b" l="l" r="r" t="t"/>
              <a:pathLst>
                <a:path extrusionOk="0" h="1236" w="4104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rect b="b" l="l" r="r" t="t"/>
              <a:pathLst>
                <a:path extrusionOk="0" h="1236" w="4104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rect b="b" l="l" r="r" t="t"/>
              <a:pathLst>
                <a:path extrusionOk="0" h="1236" w="26587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rect b="b" l="l" r="r" t="t"/>
              <a:pathLst>
                <a:path extrusionOk="0" h="1268" w="5205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rect b="b" l="l" r="r" t="t"/>
              <a:pathLst>
                <a:path extrusionOk="0" h="1268" w="4704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rect b="b" l="l" r="r" t="t"/>
              <a:pathLst>
                <a:path extrusionOk="0" h="20816" w="24785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rect b="b" l="l" r="r" t="t"/>
              <a:pathLst>
                <a:path extrusionOk="0" h="66148" w="42498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rect b="b" l="l" r="r" t="t"/>
              <a:pathLst>
                <a:path extrusionOk="0" h="6005" w="42498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rect b="b" l="l" r="r" t="t"/>
              <a:pathLst>
                <a:path extrusionOk="0" h="56374" w="37994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rect b="b" l="l" r="r" t="t"/>
              <a:pathLst>
                <a:path extrusionOk="0" h="1036" w="2036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rect b="b" l="l" r="r" t="t"/>
              <a:pathLst>
                <a:path extrusionOk="0" h="635" w="26987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rect b="b" l="l" r="r" t="t"/>
              <a:pathLst>
                <a:path extrusionOk="0" h="635" w="2603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rect b="b" l="l" r="r" t="t"/>
              <a:pathLst>
                <a:path extrusionOk="0" h="635" w="2102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rect b="b" l="l" r="r" t="t"/>
              <a:pathLst>
                <a:path extrusionOk="0" h="635" w="15446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rect b="b" l="l" r="r" t="t"/>
              <a:pathLst>
                <a:path extrusionOk="0" h="635" w="4872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rect b="b" l="l" r="r" t="t"/>
              <a:pathLst>
                <a:path extrusionOk="0" h="668" w="327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rect b="b" l="l" r="r" t="t"/>
              <a:pathLst>
                <a:path extrusionOk="0" h="668" w="969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rect b="b" l="l" r="r" t="t"/>
              <a:pathLst>
                <a:path extrusionOk="0" h="668" w="2937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rect b="b" l="l" r="r" t="t"/>
              <a:pathLst>
                <a:path extrusionOk="0" h="668" w="297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rect b="b" l="l" r="r" t="t"/>
              <a:pathLst>
                <a:path extrusionOk="0" h="668" w="297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rect b="b" l="l" r="r" t="t"/>
              <a:pathLst>
                <a:path extrusionOk="0" h="635" w="25052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rect b="b" l="l" r="r" t="t"/>
              <a:pathLst>
                <a:path extrusionOk="0" h="668" w="1502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rect b="b" l="l" r="r" t="t"/>
              <a:pathLst>
                <a:path extrusionOk="0" h="635" w="1502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rect b="b" l="l" r="r" t="t"/>
              <a:pathLst>
                <a:path extrusionOk="0" h="668" w="1502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rect b="b" l="l" r="r" t="t"/>
              <a:pathLst>
                <a:path extrusionOk="0" h="634" w="1502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rect b="b" l="l" r="r" t="t"/>
              <a:pathLst>
                <a:path extrusionOk="0" h="635" w="367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rect b="b" l="l" r="r" t="t"/>
              <a:pathLst>
                <a:path extrusionOk="0" h="668" w="10575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rect b="b" l="l" r="r" t="t"/>
              <a:pathLst>
                <a:path extrusionOk="0" h="668" w="11976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rect b="b" l="l" r="r" t="t"/>
              <a:pathLst>
                <a:path extrusionOk="0" h="668" w="8874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rect b="b" l="l" r="r" t="t"/>
              <a:pathLst>
                <a:path extrusionOk="0" h="634" w="3904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rect b="b" l="l" r="r" t="t"/>
              <a:pathLst>
                <a:path extrusionOk="0" h="635" w="1251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rect b="b" l="l" r="r" t="t"/>
              <a:pathLst>
                <a:path extrusionOk="0" h="668" w="20216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rect b="b" l="l" r="r" t="t"/>
              <a:pathLst>
                <a:path extrusionOk="0" h="669" w="20216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rect b="b" l="l" r="r" t="t"/>
              <a:pathLst>
                <a:path extrusionOk="0" h="668" w="20182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rect b="b" l="l" r="r" t="t"/>
              <a:pathLst>
                <a:path extrusionOk="0" h="635" w="20182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rect b="b" l="l" r="r" t="t"/>
              <a:pathLst>
                <a:path extrusionOk="0" h="635" w="6005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rect b="b" l="l" r="r" t="t"/>
              <a:pathLst>
                <a:path extrusionOk="0" h="635" w="8007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rect b="b" l="l" r="r" t="t"/>
              <a:pathLst>
                <a:path extrusionOk="0" h="668" w="8007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rect b="b" l="l" r="r" t="t"/>
              <a:pathLst>
                <a:path extrusionOk="0" h="635" w="307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rect b="b" l="l" r="r" t="t"/>
              <a:pathLst>
                <a:path extrusionOk="0" h="668" w="307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rect b="b" l="l" r="r" t="t"/>
              <a:pathLst>
                <a:path extrusionOk="0" h="668" w="18781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rect b="b" l="l" r="r" t="t"/>
              <a:pathLst>
                <a:path extrusionOk="0" h="635" w="3036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rect b="b" l="l" r="r" t="t"/>
              <a:pathLst>
                <a:path extrusionOk="0" h="635" w="307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rect b="b" l="l" r="r" t="t"/>
              <a:pathLst>
                <a:path extrusionOk="0" h="635" w="3037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rect b="b" l="l" r="r" t="t"/>
              <a:pathLst>
                <a:path extrusionOk="0" h="635" w="3036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rect b="b" l="l" r="r" t="t"/>
              <a:pathLst>
                <a:path extrusionOk="0" h="635" w="307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rect b="b" l="l" r="r" t="t"/>
              <a:pathLst>
                <a:path extrusionOk="0" h="635" w="2069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rect b="b" l="l" r="r" t="t"/>
              <a:pathLst>
                <a:path extrusionOk="0" h="29923" w="32658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rect b="b" l="l" r="r" t="t"/>
              <a:pathLst>
                <a:path extrusionOk="0" h="22451" w="29189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rect b="b" l="l" r="r" t="t"/>
              <a:pathLst>
                <a:path extrusionOk="0" h="501" w="20749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rect b="b" l="l" r="r" t="t"/>
              <a:pathLst>
                <a:path extrusionOk="0" h="501" w="2002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rect b="b" l="l" r="r" t="t"/>
              <a:pathLst>
                <a:path extrusionOk="0" h="502" w="11876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rect b="b" l="l" r="r" t="t"/>
              <a:pathLst>
                <a:path extrusionOk="0" h="502" w="3771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rect b="b" l="l" r="r" t="t"/>
              <a:pathLst>
                <a:path extrusionOk="0" h="468" w="2503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rect b="b" l="l" r="r" t="t"/>
              <a:pathLst>
                <a:path extrusionOk="0" h="468" w="734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rect b="b" l="l" r="r" t="t"/>
              <a:pathLst>
                <a:path extrusionOk="0" h="468" w="2269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rect b="b" l="l" r="r" t="t"/>
              <a:pathLst>
                <a:path extrusionOk="0" h="468" w="227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rect b="b" l="l" r="r" t="t"/>
              <a:pathLst>
                <a:path extrusionOk="0" h="468" w="2269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rect b="b" l="l" r="r" t="t"/>
              <a:pathLst>
                <a:path extrusionOk="0" h="468" w="19248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rect b="b" l="l" r="r" t="t"/>
              <a:pathLst>
                <a:path extrusionOk="0" h="468" w="1135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rect b="b" l="l" r="r" t="t"/>
              <a:pathLst>
                <a:path extrusionOk="0" h="468" w="1135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rect b="b" l="l" r="r" t="t"/>
              <a:pathLst>
                <a:path extrusionOk="0" h="468" w="1135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rect b="b" l="l" r="r" t="t"/>
              <a:pathLst>
                <a:path extrusionOk="0" h="468" w="2836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rect b="b" l="l" r="r" t="t"/>
              <a:pathLst>
                <a:path extrusionOk="0" h="468" w="8141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rect b="b" l="l" r="r" t="t"/>
              <a:pathLst>
                <a:path extrusionOk="0" h="501" w="9174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rect b="b" l="l" r="r" t="t"/>
              <a:pathLst>
                <a:path extrusionOk="0" h="502" w="3003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rect b="b" l="l" r="r" t="t"/>
              <a:pathLst>
                <a:path extrusionOk="0" h="502" w="9608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rect b="b" l="l" r="r" t="t"/>
              <a:pathLst>
                <a:path extrusionOk="0" h="468" w="15512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rect b="b" l="l" r="r" t="t"/>
              <a:pathLst>
                <a:path extrusionOk="0" h="468" w="4605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rect b="b" l="l" r="r" t="t"/>
              <a:pathLst>
                <a:path extrusionOk="0" h="468" w="6139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rect b="b" l="l" r="r" t="t"/>
              <a:pathLst>
                <a:path extrusionOk="0" h="501" w="6139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rect b="b" l="l" r="r" t="t"/>
              <a:pathLst>
                <a:path extrusionOk="0" h="501" w="2336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rect b="b" l="l" r="r" t="t"/>
              <a:pathLst>
                <a:path extrusionOk="0" h="501" w="14444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22"/>
          <p:cNvSpPr txBox="1"/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9" name="Google Shape;429;p22"/>
          <p:cNvSpPr txBox="1"/>
          <p:nvPr>
            <p:ph idx="1" type="subTitle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CREDITS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This presentation template was created by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flipH="1" rot="10800000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flipH="1" rot="5400000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flipH="1" rot="-5400000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71" name="Google Shape;471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nextjs.org/" TargetMode="External"/><Relationship Id="rId4" Type="http://schemas.openxmlformats.org/officeDocument/2006/relationships/hyperlink" Target="https://react.dev/" TargetMode="External"/><Relationship Id="rId5" Type="http://schemas.openxmlformats.org/officeDocument/2006/relationships/hyperlink" Target="https://www.typescriptlang.org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/>
          <p:nvPr>
            <p:ph type="ctrTitle"/>
          </p:nvPr>
        </p:nvSpPr>
        <p:spPr>
          <a:xfrm>
            <a:off x="720000" y="1026618"/>
            <a:ext cx="4079700" cy="24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Lëtzhist</a:t>
            </a:r>
            <a:endParaRPr/>
          </a:p>
        </p:txBody>
      </p:sp>
      <p:sp>
        <p:nvSpPr>
          <p:cNvPr id="478" name="Google Shape;478;p27"/>
          <p:cNvSpPr txBox="1"/>
          <p:nvPr>
            <p:ph idx="1" type="subTitle"/>
          </p:nvPr>
        </p:nvSpPr>
        <p:spPr>
          <a:xfrm>
            <a:off x="720000" y="3387625"/>
            <a:ext cx="26244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engineering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84" name="Google Shape;484;p28"/>
          <p:cNvSpPr txBox="1"/>
          <p:nvPr>
            <p:ph idx="1" type="subTitle"/>
          </p:nvPr>
        </p:nvSpPr>
        <p:spPr>
          <a:xfrm>
            <a:off x="1702850" y="183272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</a:t>
            </a:r>
            <a:endParaRPr/>
          </a:p>
        </p:txBody>
      </p:sp>
      <p:sp>
        <p:nvSpPr>
          <p:cNvPr id="485" name="Google Shape;485;p28"/>
          <p:cNvSpPr txBox="1"/>
          <p:nvPr>
            <p:ph idx="2" type="title"/>
          </p:nvPr>
        </p:nvSpPr>
        <p:spPr>
          <a:xfrm>
            <a:off x="2312450" y="13804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6" name="Google Shape;486;p28"/>
          <p:cNvSpPr txBox="1"/>
          <p:nvPr>
            <p:ph idx="4" type="subTitle"/>
          </p:nvPr>
        </p:nvSpPr>
        <p:spPr>
          <a:xfrm>
            <a:off x="5124150" y="18327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487" name="Google Shape;487;p28"/>
          <p:cNvSpPr txBox="1"/>
          <p:nvPr>
            <p:ph idx="5" type="title"/>
          </p:nvPr>
        </p:nvSpPr>
        <p:spPr>
          <a:xfrm>
            <a:off x="5733675" y="13804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8" name="Google Shape;488;p28"/>
          <p:cNvSpPr txBox="1"/>
          <p:nvPr>
            <p:ph idx="7" type="subTitle"/>
          </p:nvPr>
        </p:nvSpPr>
        <p:spPr>
          <a:xfrm>
            <a:off x="5124225" y="35051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489" name="Google Shape;489;p28"/>
          <p:cNvSpPr txBox="1"/>
          <p:nvPr>
            <p:ph idx="8" type="title"/>
          </p:nvPr>
        </p:nvSpPr>
        <p:spPr>
          <a:xfrm>
            <a:off x="5733725" y="30528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0" name="Google Shape;490;p28"/>
          <p:cNvSpPr txBox="1"/>
          <p:nvPr>
            <p:ph idx="13" type="subTitle"/>
          </p:nvPr>
        </p:nvSpPr>
        <p:spPr>
          <a:xfrm>
            <a:off x="1702850" y="350512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Design</a:t>
            </a:r>
            <a:endParaRPr/>
          </a:p>
        </p:txBody>
      </p:sp>
      <p:sp>
        <p:nvSpPr>
          <p:cNvPr id="491" name="Google Shape;491;p28"/>
          <p:cNvSpPr txBox="1"/>
          <p:nvPr>
            <p:ph idx="14" type="title"/>
          </p:nvPr>
        </p:nvSpPr>
        <p:spPr>
          <a:xfrm>
            <a:off x="2312450" y="305283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 txBox="1"/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7" name="Google Shape;497;p29"/>
          <p:cNvSpPr txBox="1"/>
          <p:nvPr>
            <p:ph idx="2" type="title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</a:t>
            </a:r>
            <a:endParaRPr/>
          </a:p>
        </p:txBody>
      </p:sp>
      <p:grpSp>
        <p:nvGrpSpPr>
          <p:cNvPr id="498" name="Google Shape;498;p29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499" name="Google Shape;499;p2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29"/>
          <p:cNvGrpSpPr/>
          <p:nvPr/>
        </p:nvGrpSpPr>
        <p:grpSpPr>
          <a:xfrm>
            <a:off x="6275049" y="1382979"/>
            <a:ext cx="2377553" cy="2377553"/>
            <a:chOff x="6198197" y="1098851"/>
            <a:chExt cx="2945797" cy="2945797"/>
          </a:xfrm>
        </p:grpSpPr>
        <p:sp>
          <p:nvSpPr>
            <p:cNvPr id="506" name="Google Shape;506;p29"/>
            <p:cNvSpPr/>
            <p:nvPr/>
          </p:nvSpPr>
          <p:spPr>
            <a:xfrm>
              <a:off x="7315562" y="1098851"/>
              <a:ext cx="1218960" cy="1218960"/>
            </a:xfrm>
            <a:custGeom>
              <a:rect b="b" l="l" r="r" t="t"/>
              <a:pathLst>
                <a:path extrusionOk="0" h="78289" w="78289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7213984" y="2419374"/>
              <a:ext cx="355541" cy="152384"/>
            </a:xfrm>
            <a:custGeom>
              <a:rect b="b" l="l" r="r" t="t"/>
              <a:pathLst>
                <a:path extrusionOk="0" h="9787" w="22835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6283022" y="3307176"/>
              <a:ext cx="698875" cy="536854"/>
            </a:xfrm>
            <a:custGeom>
              <a:rect b="b" l="l" r="r" t="t"/>
              <a:pathLst>
                <a:path extrusionOk="0" h="34480" w="44886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6807669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198197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6198197" y="2267006"/>
              <a:ext cx="1371328" cy="1015802"/>
            </a:xfrm>
            <a:custGeom>
              <a:rect b="b" l="l" r="r" t="t"/>
              <a:pathLst>
                <a:path extrusionOk="0" h="65241" w="88075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6706090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7925034" y="3841476"/>
              <a:ext cx="507909" cy="203173"/>
            </a:xfrm>
            <a:custGeom>
              <a:rect b="b" l="l" r="r" t="t"/>
              <a:pathLst>
                <a:path extrusionOk="0" h="13049" w="32621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6283022" y="1962270"/>
              <a:ext cx="1184924" cy="812645"/>
            </a:xfrm>
            <a:custGeom>
              <a:rect b="b" l="l" r="r" t="t"/>
              <a:pathLst>
                <a:path extrusionOk="0" h="52193" w="76103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6283022" y="1962270"/>
              <a:ext cx="945706" cy="812645"/>
            </a:xfrm>
            <a:custGeom>
              <a:rect b="b" l="l" r="r" t="t"/>
              <a:pathLst>
                <a:path extrusionOk="0" h="52193" w="60739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6756880" y="2571742"/>
              <a:ext cx="2387115" cy="203173"/>
            </a:xfrm>
            <a:custGeom>
              <a:rect b="b" l="l" r="r" t="t"/>
              <a:pathLst>
                <a:path extrusionOk="0" h="13049" w="153315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6381051" y="2302942"/>
              <a:ext cx="141718" cy="131302"/>
            </a:xfrm>
            <a:custGeom>
              <a:rect b="b" l="l" r="r" t="t"/>
              <a:pathLst>
                <a:path extrusionOk="0" h="8433" w="9102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6498371" y="2115152"/>
              <a:ext cx="176766" cy="166724"/>
            </a:xfrm>
            <a:custGeom>
              <a:rect b="b" l="l" r="r" t="t"/>
              <a:pathLst>
                <a:path extrusionOk="0" h="10708" w="11353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6655301" y="1809902"/>
              <a:ext cx="203173" cy="304752"/>
            </a:xfrm>
            <a:custGeom>
              <a:rect b="b" l="l" r="r" t="t"/>
              <a:pathLst>
                <a:path extrusionOk="0" h="19573" w="13049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6502933" y="2267006"/>
              <a:ext cx="761856" cy="304752"/>
            </a:xfrm>
            <a:custGeom>
              <a:rect b="b" l="l" r="r" t="t"/>
              <a:pathLst>
                <a:path extrusionOk="0" h="19573" w="48931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7518720" y="2063849"/>
              <a:ext cx="457120" cy="507909"/>
            </a:xfrm>
            <a:custGeom>
              <a:rect b="b" l="l" r="r" t="t"/>
              <a:pathLst>
                <a:path extrusionOk="0" h="32621" w="29359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6401354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7721877" y="3841476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8128192" y="1555955"/>
              <a:ext cx="1015802" cy="660277"/>
            </a:xfrm>
            <a:custGeom>
              <a:rect b="b" l="l" r="r" t="t"/>
              <a:pathLst>
                <a:path extrusionOk="0" h="42407" w="65241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8178981" y="1962270"/>
              <a:ext cx="609488" cy="609488"/>
            </a:xfrm>
            <a:custGeom>
              <a:rect b="b" l="l" r="r" t="t"/>
              <a:pathLst>
                <a:path extrusionOk="0" h="39145" w="39145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848371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863608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833134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8686875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96003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711240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80766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163194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6706090" y="1809902"/>
              <a:ext cx="152384" cy="203173"/>
            </a:xfrm>
            <a:custGeom>
              <a:rect b="b" l="l" r="r" t="t"/>
              <a:pathLst>
                <a:path extrusionOk="0" h="13049" w="9787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502933" y="1505166"/>
              <a:ext cx="304752" cy="304752"/>
            </a:xfrm>
            <a:custGeom>
              <a:rect b="b" l="l" r="r" t="t"/>
              <a:pathLst>
                <a:path extrusionOk="0" h="19573" w="19573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6655301" y="1606745"/>
              <a:ext cx="203173" cy="203173"/>
            </a:xfrm>
            <a:custGeom>
              <a:rect b="b" l="l" r="r" t="t"/>
              <a:pathLst>
                <a:path extrusionOk="0" h="13049" w="13049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6655301" y="1708323"/>
              <a:ext cx="203173" cy="253962"/>
            </a:xfrm>
            <a:custGeom>
              <a:rect b="b" l="l" r="r" t="t"/>
              <a:pathLst>
                <a:path extrusionOk="0" h="16311" w="13049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/>
          <p:nvPr>
            <p:ph type="title"/>
          </p:nvPr>
        </p:nvSpPr>
        <p:spPr>
          <a:xfrm>
            <a:off x="1052800" y="1689450"/>
            <a:ext cx="28878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History Documentation site </a:t>
            </a:r>
            <a:endParaRPr/>
          </a:p>
        </p:txBody>
      </p:sp>
      <p:sp>
        <p:nvSpPr>
          <p:cNvPr id="543" name="Google Shape;543;p30"/>
          <p:cNvSpPr txBox="1"/>
          <p:nvPr>
            <p:ph idx="1" type="subTitle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Archiving and storing of Historical Data</a:t>
            </a:r>
            <a:endParaRPr/>
          </a:p>
        </p:txBody>
      </p:sp>
      <p:sp>
        <p:nvSpPr>
          <p:cNvPr id="544" name="Google Shape;544;p30"/>
          <p:cNvSpPr txBox="1"/>
          <p:nvPr>
            <p:ph idx="2" type="body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 as per the topic were: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Uploading stories, photos, and historical documents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Moderated submissions to ensure content quality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Structured metadata (date, location, theme) for rich search and categorization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 txBox="1"/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50" name="Google Shape;550;p31"/>
          <p:cNvSpPr txBox="1"/>
          <p:nvPr>
            <p:ph idx="2" type="title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grpSp>
        <p:nvGrpSpPr>
          <p:cNvPr id="551" name="Google Shape;551;p31"/>
          <p:cNvGrpSpPr/>
          <p:nvPr/>
        </p:nvGrpSpPr>
        <p:grpSpPr>
          <a:xfrm>
            <a:off x="6275049" y="1382979"/>
            <a:ext cx="2377553" cy="2377553"/>
            <a:chOff x="6198197" y="1098851"/>
            <a:chExt cx="2945797" cy="2945797"/>
          </a:xfrm>
        </p:grpSpPr>
        <p:sp>
          <p:nvSpPr>
            <p:cNvPr id="552" name="Google Shape;552;p31"/>
            <p:cNvSpPr/>
            <p:nvPr/>
          </p:nvSpPr>
          <p:spPr>
            <a:xfrm>
              <a:off x="7315562" y="1098851"/>
              <a:ext cx="1218960" cy="1218960"/>
            </a:xfrm>
            <a:custGeom>
              <a:rect b="b" l="l" r="r" t="t"/>
              <a:pathLst>
                <a:path extrusionOk="0" h="78289" w="78289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7213984" y="2419374"/>
              <a:ext cx="355541" cy="152384"/>
            </a:xfrm>
            <a:custGeom>
              <a:rect b="b" l="l" r="r" t="t"/>
              <a:pathLst>
                <a:path extrusionOk="0" h="9787" w="22835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6283022" y="3307176"/>
              <a:ext cx="698875" cy="536854"/>
            </a:xfrm>
            <a:custGeom>
              <a:rect b="b" l="l" r="r" t="t"/>
              <a:pathLst>
                <a:path extrusionOk="0" h="34480" w="44886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6807669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6198197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8197" y="2267006"/>
              <a:ext cx="1371328" cy="1015802"/>
            </a:xfrm>
            <a:custGeom>
              <a:rect b="b" l="l" r="r" t="t"/>
              <a:pathLst>
                <a:path extrusionOk="0" h="65241" w="88075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706090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7925034" y="3841476"/>
              <a:ext cx="507909" cy="203173"/>
            </a:xfrm>
            <a:custGeom>
              <a:rect b="b" l="l" r="r" t="t"/>
              <a:pathLst>
                <a:path extrusionOk="0" h="13049" w="32621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283022" y="1962270"/>
              <a:ext cx="1184924" cy="812645"/>
            </a:xfrm>
            <a:custGeom>
              <a:rect b="b" l="l" r="r" t="t"/>
              <a:pathLst>
                <a:path extrusionOk="0" h="52193" w="76103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6283022" y="1962270"/>
              <a:ext cx="945706" cy="812645"/>
            </a:xfrm>
            <a:custGeom>
              <a:rect b="b" l="l" r="r" t="t"/>
              <a:pathLst>
                <a:path extrusionOk="0" h="52193" w="60739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6756880" y="2571742"/>
              <a:ext cx="2387115" cy="203173"/>
            </a:xfrm>
            <a:custGeom>
              <a:rect b="b" l="l" r="r" t="t"/>
              <a:pathLst>
                <a:path extrusionOk="0" h="13049" w="153315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6381051" y="2302942"/>
              <a:ext cx="141718" cy="131302"/>
            </a:xfrm>
            <a:custGeom>
              <a:rect b="b" l="l" r="r" t="t"/>
              <a:pathLst>
                <a:path extrusionOk="0" h="8433" w="9102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6498371" y="2115152"/>
              <a:ext cx="176766" cy="166724"/>
            </a:xfrm>
            <a:custGeom>
              <a:rect b="b" l="l" r="r" t="t"/>
              <a:pathLst>
                <a:path extrusionOk="0" h="10708" w="11353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6655301" y="1809902"/>
              <a:ext cx="203173" cy="304752"/>
            </a:xfrm>
            <a:custGeom>
              <a:rect b="b" l="l" r="r" t="t"/>
              <a:pathLst>
                <a:path extrusionOk="0" h="19573" w="13049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6502933" y="2267006"/>
              <a:ext cx="761856" cy="304752"/>
            </a:xfrm>
            <a:custGeom>
              <a:rect b="b" l="l" r="r" t="t"/>
              <a:pathLst>
                <a:path extrusionOk="0" h="19573" w="48931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7518720" y="2063849"/>
              <a:ext cx="457120" cy="507909"/>
            </a:xfrm>
            <a:custGeom>
              <a:rect b="b" l="l" r="r" t="t"/>
              <a:pathLst>
                <a:path extrusionOk="0" h="32621" w="29359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1"/>
            <p:cNvSpPr/>
            <p:nvPr/>
          </p:nvSpPr>
          <p:spPr>
            <a:xfrm>
              <a:off x="6401354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7721877" y="3841476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8128192" y="1555955"/>
              <a:ext cx="1015802" cy="660277"/>
            </a:xfrm>
            <a:custGeom>
              <a:rect b="b" l="l" r="r" t="t"/>
              <a:pathLst>
                <a:path extrusionOk="0" h="42407" w="65241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8178981" y="1962270"/>
              <a:ext cx="609488" cy="609488"/>
            </a:xfrm>
            <a:custGeom>
              <a:rect b="b" l="l" r="r" t="t"/>
              <a:pathLst>
                <a:path extrusionOk="0" h="39145" w="39145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848371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863608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833134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8686875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696003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711240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680766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7163194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6706090" y="1809902"/>
              <a:ext cx="152384" cy="203173"/>
            </a:xfrm>
            <a:custGeom>
              <a:rect b="b" l="l" r="r" t="t"/>
              <a:pathLst>
                <a:path extrusionOk="0" h="13049" w="9787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6502933" y="1505166"/>
              <a:ext cx="304752" cy="304752"/>
            </a:xfrm>
            <a:custGeom>
              <a:rect b="b" l="l" r="r" t="t"/>
              <a:pathLst>
                <a:path extrusionOk="0" h="19573" w="19573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6655301" y="1606745"/>
              <a:ext cx="203173" cy="203173"/>
            </a:xfrm>
            <a:custGeom>
              <a:rect b="b" l="l" r="r" t="t"/>
              <a:pathLst>
                <a:path extrusionOk="0" h="13049" w="13049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6655301" y="1708323"/>
              <a:ext cx="203173" cy="253962"/>
            </a:xfrm>
            <a:custGeom>
              <a:rect b="b" l="l" r="r" t="t"/>
              <a:pathLst>
                <a:path extrusionOk="0" h="16311" w="13049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31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585" name="Google Shape;585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2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 Catalogue</a:t>
            </a:r>
            <a:endParaRPr/>
          </a:p>
        </p:txBody>
      </p:sp>
      <p:sp>
        <p:nvSpPr>
          <p:cNvPr id="596" name="Google Shape;596;p3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Must </a:t>
            </a:r>
            <a:r>
              <a:rPr lang="en"/>
              <a:t>(MVP)</a:t>
            </a:r>
            <a:endParaRPr/>
          </a:p>
        </p:txBody>
      </p:sp>
      <p:sp>
        <p:nvSpPr>
          <p:cNvPr id="597" name="Google Shape;597;p32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598" name="Google Shape;598;p32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Detail View</a:t>
            </a:r>
            <a:endParaRPr/>
          </a:p>
        </p:txBody>
      </p:sp>
      <p:sp>
        <p:nvSpPr>
          <p:cNvPr id="599" name="Google Shape;599;p32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00" name="Google Shape;600;p32"/>
          <p:cNvSpPr txBox="1"/>
          <p:nvPr>
            <p:ph idx="5" type="subTitle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Filters &amp; Sort</a:t>
            </a:r>
            <a:endParaRPr/>
          </a:p>
        </p:txBody>
      </p:sp>
      <p:sp>
        <p:nvSpPr>
          <p:cNvPr id="601" name="Google Shape;601;p32"/>
          <p:cNvSpPr txBox="1"/>
          <p:nvPr>
            <p:ph idx="6" type="subTitle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02" name="Google Shape;602;p32"/>
          <p:cNvSpPr txBox="1"/>
          <p:nvPr>
            <p:ph idx="7" type="subTitle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Full-Text Search</a:t>
            </a:r>
            <a:endParaRPr/>
          </a:p>
        </p:txBody>
      </p:sp>
      <p:sp>
        <p:nvSpPr>
          <p:cNvPr id="603" name="Google Shape;603;p32"/>
          <p:cNvSpPr txBox="1"/>
          <p:nvPr>
            <p:ph idx="8" type="subTitle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9999" lvl="0" marL="89999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04" name="Google Shape;604;p32"/>
          <p:cNvSpPr txBox="1"/>
          <p:nvPr>
            <p:ph idx="9" type="subTitle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Content (draft)</a:t>
            </a:r>
            <a:endParaRPr/>
          </a:p>
        </p:txBody>
      </p:sp>
      <p:sp>
        <p:nvSpPr>
          <p:cNvPr id="605" name="Google Shape;605;p32"/>
          <p:cNvSpPr txBox="1"/>
          <p:nvPr>
            <p:ph idx="13" type="subTitle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06" name="Google Shape;606;p32"/>
          <p:cNvSpPr txBox="1"/>
          <p:nvPr>
            <p:ph idx="14" type="subTitle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Moderation rules</a:t>
            </a:r>
            <a:endParaRPr/>
          </a:p>
        </p:txBody>
      </p:sp>
      <p:sp>
        <p:nvSpPr>
          <p:cNvPr id="607" name="Google Shape;607;p32"/>
          <p:cNvSpPr txBox="1"/>
          <p:nvPr>
            <p:ph idx="15" type="subTitle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grpSp>
        <p:nvGrpSpPr>
          <p:cNvPr id="608" name="Google Shape;608;p32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609" name="Google Shape;609;p32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3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 initiation</a:t>
            </a:r>
            <a:endParaRPr/>
          </a:p>
        </p:txBody>
      </p:sp>
      <p:sp>
        <p:nvSpPr>
          <p:cNvPr id="620" name="Google Shape;620;p3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Must </a:t>
            </a:r>
            <a:r>
              <a:rPr lang="en"/>
              <a:t>(MVP)</a:t>
            </a:r>
            <a:endParaRPr/>
          </a:p>
        </p:txBody>
      </p:sp>
      <p:sp>
        <p:nvSpPr>
          <p:cNvPr id="621" name="Google Shape;621;p33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22" name="Google Shape;622;p33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Moderator Toolset</a:t>
            </a:r>
            <a:endParaRPr/>
          </a:p>
        </p:txBody>
      </p:sp>
      <p:sp>
        <p:nvSpPr>
          <p:cNvPr id="623" name="Google Shape;623;p33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24" name="Google Shape;624;p33"/>
          <p:cNvSpPr txBox="1"/>
          <p:nvPr>
            <p:ph idx="5" type="subTitle"/>
          </p:nvPr>
        </p:nvSpPr>
        <p:spPr>
          <a:xfrm>
            <a:off x="5415975" y="1499600"/>
            <a:ext cx="27225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Inappropriate Content</a:t>
            </a:r>
            <a:endParaRPr/>
          </a:p>
        </p:txBody>
      </p:sp>
      <p:sp>
        <p:nvSpPr>
          <p:cNvPr id="625" name="Google Shape;625;p33"/>
          <p:cNvSpPr txBox="1"/>
          <p:nvPr>
            <p:ph idx="6" type="subTitle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26" name="Google Shape;626;p33"/>
          <p:cNvSpPr txBox="1"/>
          <p:nvPr>
            <p:ph idx="7" type="subTitle"/>
          </p:nvPr>
        </p:nvSpPr>
        <p:spPr>
          <a:xfrm>
            <a:off x="1078475" y="3553100"/>
            <a:ext cx="26496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Approve/reject with rationale</a:t>
            </a:r>
            <a:endParaRPr/>
          </a:p>
        </p:txBody>
      </p:sp>
      <p:sp>
        <p:nvSpPr>
          <p:cNvPr id="627" name="Google Shape;627;p33"/>
          <p:cNvSpPr txBox="1"/>
          <p:nvPr>
            <p:ph idx="8" type="subTitle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9999" lvl="0" marL="89999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28" name="Google Shape;628;p33"/>
          <p:cNvSpPr txBox="1"/>
          <p:nvPr>
            <p:ph idx="9" type="subTitle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 logs</a:t>
            </a:r>
            <a:endParaRPr/>
          </a:p>
        </p:txBody>
      </p:sp>
      <p:sp>
        <p:nvSpPr>
          <p:cNvPr id="629" name="Google Shape;629;p33"/>
          <p:cNvSpPr txBox="1"/>
          <p:nvPr>
            <p:ph idx="13" type="subTitle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30" name="Google Shape;630;p33"/>
          <p:cNvSpPr txBox="1"/>
          <p:nvPr>
            <p:ph idx="14" type="subTitle"/>
          </p:nvPr>
        </p:nvSpPr>
        <p:spPr>
          <a:xfrm>
            <a:off x="5415975" y="3553075"/>
            <a:ext cx="2763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&amp; Access </a:t>
            </a:r>
            <a:r>
              <a:rPr lang="en"/>
              <a:t>management</a:t>
            </a:r>
            <a:endParaRPr/>
          </a:p>
        </p:txBody>
      </p:sp>
      <p:sp>
        <p:nvSpPr>
          <p:cNvPr id="631" name="Google Shape;631;p33"/>
          <p:cNvSpPr txBox="1"/>
          <p:nvPr>
            <p:ph idx="15" type="subTitle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grpSp>
        <p:nvGrpSpPr>
          <p:cNvPr id="632" name="Google Shape;632;p33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633" name="Google Shape;633;p33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4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Attribution</a:t>
            </a:r>
            <a:endParaRPr/>
          </a:p>
        </p:txBody>
      </p:sp>
      <p:sp>
        <p:nvSpPr>
          <p:cNvPr id="644" name="Google Shape;644;p3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Must </a:t>
            </a:r>
            <a:r>
              <a:rPr lang="en"/>
              <a:t>(MVP)</a:t>
            </a:r>
            <a:endParaRPr/>
          </a:p>
        </p:txBody>
      </p:sp>
      <p:sp>
        <p:nvSpPr>
          <p:cNvPr id="645" name="Google Shape;645;p34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46" name="Google Shape;646;p34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Pll minimization</a:t>
            </a:r>
            <a:endParaRPr/>
          </a:p>
        </p:txBody>
      </p:sp>
      <p:sp>
        <p:nvSpPr>
          <p:cNvPr id="647" name="Google Shape;647;p34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48" name="Google Shape;648;p34"/>
          <p:cNvSpPr txBox="1"/>
          <p:nvPr>
            <p:ph idx="5" type="subTitle"/>
          </p:nvPr>
        </p:nvSpPr>
        <p:spPr>
          <a:xfrm>
            <a:off x="5415975" y="1499600"/>
            <a:ext cx="27225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Edits/Versioning</a:t>
            </a:r>
            <a:endParaRPr/>
          </a:p>
        </p:txBody>
      </p:sp>
      <p:sp>
        <p:nvSpPr>
          <p:cNvPr id="649" name="Google Shape;649;p34"/>
          <p:cNvSpPr txBox="1"/>
          <p:nvPr>
            <p:ph idx="6" type="subTitle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50" name="Google Shape;650;p34"/>
          <p:cNvSpPr txBox="1"/>
          <p:nvPr>
            <p:ph idx="7" type="subTitle"/>
          </p:nvPr>
        </p:nvSpPr>
        <p:spPr>
          <a:xfrm>
            <a:off x="1078475" y="3553100"/>
            <a:ext cx="26496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Approve/reject with rationale</a:t>
            </a:r>
            <a:endParaRPr/>
          </a:p>
        </p:txBody>
      </p:sp>
      <p:sp>
        <p:nvSpPr>
          <p:cNvPr id="651" name="Google Shape;651;p34"/>
          <p:cNvSpPr txBox="1"/>
          <p:nvPr>
            <p:ph idx="8" type="subTitle"/>
          </p:nvPr>
        </p:nvSpPr>
        <p:spPr>
          <a:xfrm>
            <a:off x="1487538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9999" lvl="0" marL="89999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52" name="Google Shape;652;p34"/>
          <p:cNvSpPr txBox="1"/>
          <p:nvPr>
            <p:ph idx="9" type="subTitle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Durability</a:t>
            </a:r>
            <a:endParaRPr/>
          </a:p>
        </p:txBody>
      </p:sp>
      <p:sp>
        <p:nvSpPr>
          <p:cNvPr id="653" name="Google Shape;653;p34"/>
          <p:cNvSpPr txBox="1"/>
          <p:nvPr>
            <p:ph idx="13" type="subTitle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Achieved</a:t>
            </a:r>
            <a:endParaRPr/>
          </a:p>
        </p:txBody>
      </p:sp>
      <p:grpSp>
        <p:nvGrpSpPr>
          <p:cNvPr id="654" name="Google Shape;654;p34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655" name="Google Shape;655;p3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5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GDPR Data Rights</a:t>
            </a:r>
            <a:endParaRPr/>
          </a:p>
        </p:txBody>
      </p:sp>
      <p:sp>
        <p:nvSpPr>
          <p:cNvPr id="666" name="Google Shape;666;p3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Must (Not </a:t>
            </a:r>
            <a:r>
              <a:rPr lang="en"/>
              <a:t>Achieved)</a:t>
            </a:r>
            <a:endParaRPr/>
          </a:p>
        </p:txBody>
      </p:sp>
      <p:sp>
        <p:nvSpPr>
          <p:cNvPr id="667" name="Google Shape;667;p35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Achieved</a:t>
            </a:r>
            <a:endParaRPr/>
          </a:p>
        </p:txBody>
      </p:sp>
      <p:sp>
        <p:nvSpPr>
          <p:cNvPr id="668" name="Google Shape;668;p35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Limiting/ Captchas</a:t>
            </a:r>
            <a:endParaRPr/>
          </a:p>
        </p:txBody>
      </p:sp>
      <p:sp>
        <p:nvSpPr>
          <p:cNvPr id="669" name="Google Shape;669;p35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Achieved</a:t>
            </a:r>
            <a:endParaRPr/>
          </a:p>
        </p:txBody>
      </p:sp>
      <p:sp>
        <p:nvSpPr>
          <p:cNvPr id="670" name="Google Shape;670;p35"/>
          <p:cNvSpPr txBox="1"/>
          <p:nvPr>
            <p:ph idx="7" type="subTitle"/>
          </p:nvPr>
        </p:nvSpPr>
        <p:spPr>
          <a:xfrm>
            <a:off x="1078475" y="3553100"/>
            <a:ext cx="26496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GDPR Compliance</a:t>
            </a:r>
            <a:endParaRPr/>
          </a:p>
        </p:txBody>
      </p:sp>
      <p:sp>
        <p:nvSpPr>
          <p:cNvPr id="671" name="Google Shape;671;p35"/>
          <p:cNvSpPr txBox="1"/>
          <p:nvPr>
            <p:ph idx="8" type="subTitle"/>
          </p:nvPr>
        </p:nvSpPr>
        <p:spPr>
          <a:xfrm>
            <a:off x="1487538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9999" lvl="0" marL="89999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Achieved</a:t>
            </a:r>
            <a:endParaRPr/>
          </a:p>
        </p:txBody>
      </p:sp>
      <p:grpSp>
        <p:nvGrpSpPr>
          <p:cNvPr id="672" name="Google Shape;672;p35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673" name="Google Shape;673;p35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5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6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Contributor discussions</a:t>
            </a:r>
            <a:endParaRPr/>
          </a:p>
        </p:txBody>
      </p:sp>
      <p:sp>
        <p:nvSpPr>
          <p:cNvPr id="684" name="Google Shape;684;p3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Should</a:t>
            </a:r>
            <a:endParaRPr/>
          </a:p>
        </p:txBody>
      </p:sp>
      <p:sp>
        <p:nvSpPr>
          <p:cNvPr id="685" name="Google Shape;685;p36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86" name="Google Shape;686;p36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 Sanctions</a:t>
            </a:r>
            <a:endParaRPr/>
          </a:p>
        </p:txBody>
      </p:sp>
      <p:sp>
        <p:nvSpPr>
          <p:cNvPr id="687" name="Google Shape;687;p36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88" name="Google Shape;688;p36"/>
          <p:cNvSpPr txBox="1"/>
          <p:nvPr>
            <p:ph idx="5" type="subTitle"/>
          </p:nvPr>
        </p:nvSpPr>
        <p:spPr>
          <a:xfrm>
            <a:off x="5415975" y="1499600"/>
            <a:ext cx="27225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</a:t>
            </a:r>
            <a:endParaRPr/>
          </a:p>
        </p:txBody>
      </p:sp>
      <p:sp>
        <p:nvSpPr>
          <p:cNvPr id="689" name="Google Shape;689;p36"/>
          <p:cNvSpPr txBox="1"/>
          <p:nvPr>
            <p:ph idx="6" type="subTitle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sp>
        <p:nvSpPr>
          <p:cNvPr id="690" name="Google Shape;690;p36"/>
          <p:cNvSpPr txBox="1"/>
          <p:nvPr>
            <p:ph idx="7" type="subTitle"/>
          </p:nvPr>
        </p:nvSpPr>
        <p:spPr>
          <a:xfrm>
            <a:off x="1078475" y="3553100"/>
            <a:ext cx="26496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Blocking</a:t>
            </a:r>
            <a:endParaRPr/>
          </a:p>
        </p:txBody>
      </p:sp>
      <p:sp>
        <p:nvSpPr>
          <p:cNvPr id="691" name="Google Shape;691;p36"/>
          <p:cNvSpPr txBox="1"/>
          <p:nvPr>
            <p:ph idx="8" type="subTitle"/>
          </p:nvPr>
        </p:nvSpPr>
        <p:spPr>
          <a:xfrm>
            <a:off x="1487538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9999" lvl="0" marL="89999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Achieved</a:t>
            </a:r>
            <a:endParaRPr/>
          </a:p>
        </p:txBody>
      </p:sp>
      <p:sp>
        <p:nvSpPr>
          <p:cNvPr id="692" name="Google Shape;692;p36"/>
          <p:cNvSpPr txBox="1"/>
          <p:nvPr>
            <p:ph idx="9" type="subTitle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&amp; Retention</a:t>
            </a:r>
            <a:endParaRPr/>
          </a:p>
        </p:txBody>
      </p:sp>
      <p:sp>
        <p:nvSpPr>
          <p:cNvPr id="693" name="Google Shape;693;p36"/>
          <p:cNvSpPr txBox="1"/>
          <p:nvPr>
            <p:ph idx="13" type="subTitle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Achieved</a:t>
            </a:r>
            <a:endParaRPr/>
          </a:p>
        </p:txBody>
      </p:sp>
      <p:sp>
        <p:nvSpPr>
          <p:cNvPr id="694" name="Google Shape;694;p36"/>
          <p:cNvSpPr txBox="1"/>
          <p:nvPr>
            <p:ph idx="14" type="subTitle"/>
          </p:nvPr>
        </p:nvSpPr>
        <p:spPr>
          <a:xfrm>
            <a:off x="5415975" y="3553075"/>
            <a:ext cx="2763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</a:t>
            </a:r>
            <a:r>
              <a:rPr lang="en"/>
              <a:t> immutability</a:t>
            </a:r>
            <a:endParaRPr/>
          </a:p>
        </p:txBody>
      </p:sp>
      <p:sp>
        <p:nvSpPr>
          <p:cNvPr id="695" name="Google Shape;695;p36"/>
          <p:cNvSpPr txBox="1"/>
          <p:nvPr>
            <p:ph idx="15" type="subTitle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grpSp>
        <p:nvGrpSpPr>
          <p:cNvPr id="696" name="Google Shape;696;p36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697" name="Google Shape;697;p36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7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“Did you mean…”</a:t>
            </a:r>
            <a:endParaRPr/>
          </a:p>
        </p:txBody>
      </p:sp>
      <p:sp>
        <p:nvSpPr>
          <p:cNvPr id="708" name="Google Shape;708;p3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Could</a:t>
            </a:r>
            <a:endParaRPr/>
          </a:p>
        </p:txBody>
      </p:sp>
      <p:sp>
        <p:nvSpPr>
          <p:cNvPr id="709" name="Google Shape;709;p37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Achieved</a:t>
            </a:r>
            <a:endParaRPr/>
          </a:p>
        </p:txBody>
      </p:sp>
      <p:sp>
        <p:nvSpPr>
          <p:cNvPr id="710" name="Google Shape;710;p37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</a:t>
            </a:r>
            <a:endParaRPr/>
          </a:p>
        </p:txBody>
      </p:sp>
      <p:sp>
        <p:nvSpPr>
          <p:cNvPr id="711" name="Google Shape;711;p37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endParaRPr/>
          </a:p>
        </p:txBody>
      </p:sp>
      <p:grpSp>
        <p:nvGrpSpPr>
          <p:cNvPr id="712" name="Google Shape;712;p37"/>
          <p:cNvGrpSpPr/>
          <p:nvPr/>
        </p:nvGrpSpPr>
        <p:grpSpPr>
          <a:xfrm>
            <a:off x="4524300" y="1394625"/>
            <a:ext cx="95400" cy="3116250"/>
            <a:chOff x="4524300" y="1013625"/>
            <a:chExt cx="95400" cy="3116250"/>
          </a:xfrm>
        </p:grpSpPr>
        <p:sp>
          <p:nvSpPr>
            <p:cNvPr id="713" name="Google Shape;713;p37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8"/>
          <p:cNvSpPr txBox="1"/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4" name="Google Shape;724;p38"/>
          <p:cNvSpPr txBox="1"/>
          <p:nvPr>
            <p:ph idx="2" type="title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grpSp>
        <p:nvGrpSpPr>
          <p:cNvPr id="725" name="Google Shape;725;p38"/>
          <p:cNvGrpSpPr/>
          <p:nvPr/>
        </p:nvGrpSpPr>
        <p:grpSpPr>
          <a:xfrm>
            <a:off x="6275049" y="1382979"/>
            <a:ext cx="2377553" cy="2377553"/>
            <a:chOff x="6198197" y="1098851"/>
            <a:chExt cx="2945797" cy="2945797"/>
          </a:xfrm>
        </p:grpSpPr>
        <p:sp>
          <p:nvSpPr>
            <p:cNvPr id="726" name="Google Shape;726;p38"/>
            <p:cNvSpPr/>
            <p:nvPr/>
          </p:nvSpPr>
          <p:spPr>
            <a:xfrm>
              <a:off x="7315562" y="1098851"/>
              <a:ext cx="1218960" cy="1218960"/>
            </a:xfrm>
            <a:custGeom>
              <a:rect b="b" l="l" r="r" t="t"/>
              <a:pathLst>
                <a:path extrusionOk="0" h="78289" w="78289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7213984" y="2419374"/>
              <a:ext cx="355541" cy="152384"/>
            </a:xfrm>
            <a:custGeom>
              <a:rect b="b" l="l" r="r" t="t"/>
              <a:pathLst>
                <a:path extrusionOk="0" h="9787" w="22835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6283022" y="3307176"/>
              <a:ext cx="698875" cy="536854"/>
            </a:xfrm>
            <a:custGeom>
              <a:rect b="b" l="l" r="r" t="t"/>
              <a:pathLst>
                <a:path extrusionOk="0" h="34480" w="44886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6807669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6198197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6198197" y="2267006"/>
              <a:ext cx="1371328" cy="1015802"/>
            </a:xfrm>
            <a:custGeom>
              <a:rect b="b" l="l" r="r" t="t"/>
              <a:pathLst>
                <a:path extrusionOk="0" h="65241" w="88075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6706090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7925034" y="3841476"/>
              <a:ext cx="507909" cy="203173"/>
            </a:xfrm>
            <a:custGeom>
              <a:rect b="b" l="l" r="r" t="t"/>
              <a:pathLst>
                <a:path extrusionOk="0" h="13049" w="32621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6283022" y="1962270"/>
              <a:ext cx="1184924" cy="812645"/>
            </a:xfrm>
            <a:custGeom>
              <a:rect b="b" l="l" r="r" t="t"/>
              <a:pathLst>
                <a:path extrusionOk="0" h="52193" w="76103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6283022" y="1962270"/>
              <a:ext cx="945706" cy="812645"/>
            </a:xfrm>
            <a:custGeom>
              <a:rect b="b" l="l" r="r" t="t"/>
              <a:pathLst>
                <a:path extrusionOk="0" h="52193" w="60739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6756880" y="2571742"/>
              <a:ext cx="2387115" cy="203173"/>
            </a:xfrm>
            <a:custGeom>
              <a:rect b="b" l="l" r="r" t="t"/>
              <a:pathLst>
                <a:path extrusionOk="0" h="13049" w="153315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6381051" y="2302942"/>
              <a:ext cx="141718" cy="131302"/>
            </a:xfrm>
            <a:custGeom>
              <a:rect b="b" l="l" r="r" t="t"/>
              <a:pathLst>
                <a:path extrusionOk="0" h="8433" w="9102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6498371" y="2115152"/>
              <a:ext cx="176766" cy="166724"/>
            </a:xfrm>
            <a:custGeom>
              <a:rect b="b" l="l" r="r" t="t"/>
              <a:pathLst>
                <a:path extrusionOk="0" h="10708" w="11353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6655301" y="1809902"/>
              <a:ext cx="203173" cy="304752"/>
            </a:xfrm>
            <a:custGeom>
              <a:rect b="b" l="l" r="r" t="t"/>
              <a:pathLst>
                <a:path extrusionOk="0" h="19573" w="13049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6502933" y="2267006"/>
              <a:ext cx="761856" cy="304752"/>
            </a:xfrm>
            <a:custGeom>
              <a:rect b="b" l="l" r="r" t="t"/>
              <a:pathLst>
                <a:path extrusionOk="0" h="19573" w="48931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7518720" y="2063849"/>
              <a:ext cx="457120" cy="507909"/>
            </a:xfrm>
            <a:custGeom>
              <a:rect b="b" l="l" r="r" t="t"/>
              <a:pathLst>
                <a:path extrusionOk="0" h="32621" w="29359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8"/>
            <p:cNvSpPr/>
            <p:nvPr/>
          </p:nvSpPr>
          <p:spPr>
            <a:xfrm>
              <a:off x="6401354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8"/>
            <p:cNvSpPr/>
            <p:nvPr/>
          </p:nvSpPr>
          <p:spPr>
            <a:xfrm>
              <a:off x="7721877" y="3841476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8"/>
            <p:cNvSpPr/>
            <p:nvPr/>
          </p:nvSpPr>
          <p:spPr>
            <a:xfrm>
              <a:off x="8128192" y="1555955"/>
              <a:ext cx="1015802" cy="660277"/>
            </a:xfrm>
            <a:custGeom>
              <a:rect b="b" l="l" r="r" t="t"/>
              <a:pathLst>
                <a:path extrusionOk="0" h="42407" w="65241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8"/>
            <p:cNvSpPr/>
            <p:nvPr/>
          </p:nvSpPr>
          <p:spPr>
            <a:xfrm>
              <a:off x="8178981" y="1962270"/>
              <a:ext cx="609488" cy="609488"/>
            </a:xfrm>
            <a:custGeom>
              <a:rect b="b" l="l" r="r" t="t"/>
              <a:pathLst>
                <a:path extrusionOk="0" h="39145" w="39145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8"/>
            <p:cNvSpPr/>
            <p:nvPr/>
          </p:nvSpPr>
          <p:spPr>
            <a:xfrm>
              <a:off x="848371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8"/>
            <p:cNvSpPr/>
            <p:nvPr/>
          </p:nvSpPr>
          <p:spPr>
            <a:xfrm>
              <a:off x="863608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8"/>
            <p:cNvSpPr/>
            <p:nvPr/>
          </p:nvSpPr>
          <p:spPr>
            <a:xfrm>
              <a:off x="833134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8"/>
            <p:cNvSpPr/>
            <p:nvPr/>
          </p:nvSpPr>
          <p:spPr>
            <a:xfrm>
              <a:off x="8686875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8"/>
            <p:cNvSpPr/>
            <p:nvPr/>
          </p:nvSpPr>
          <p:spPr>
            <a:xfrm>
              <a:off x="696003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8"/>
            <p:cNvSpPr/>
            <p:nvPr/>
          </p:nvSpPr>
          <p:spPr>
            <a:xfrm>
              <a:off x="711240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8"/>
            <p:cNvSpPr/>
            <p:nvPr/>
          </p:nvSpPr>
          <p:spPr>
            <a:xfrm>
              <a:off x="680766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8"/>
            <p:cNvSpPr/>
            <p:nvPr/>
          </p:nvSpPr>
          <p:spPr>
            <a:xfrm>
              <a:off x="7163194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8"/>
            <p:cNvSpPr/>
            <p:nvPr/>
          </p:nvSpPr>
          <p:spPr>
            <a:xfrm>
              <a:off x="6706090" y="1809902"/>
              <a:ext cx="152384" cy="203173"/>
            </a:xfrm>
            <a:custGeom>
              <a:rect b="b" l="l" r="r" t="t"/>
              <a:pathLst>
                <a:path extrusionOk="0" h="13049" w="9787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8"/>
            <p:cNvSpPr/>
            <p:nvPr/>
          </p:nvSpPr>
          <p:spPr>
            <a:xfrm>
              <a:off x="6502933" y="1505166"/>
              <a:ext cx="304752" cy="304752"/>
            </a:xfrm>
            <a:custGeom>
              <a:rect b="b" l="l" r="r" t="t"/>
              <a:pathLst>
                <a:path extrusionOk="0" h="19573" w="19573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8"/>
            <p:cNvSpPr/>
            <p:nvPr/>
          </p:nvSpPr>
          <p:spPr>
            <a:xfrm>
              <a:off x="6655301" y="1606745"/>
              <a:ext cx="203173" cy="203173"/>
            </a:xfrm>
            <a:custGeom>
              <a:rect b="b" l="l" r="r" t="t"/>
              <a:pathLst>
                <a:path extrusionOk="0" h="13049" w="13049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8"/>
            <p:cNvSpPr/>
            <p:nvPr/>
          </p:nvSpPr>
          <p:spPr>
            <a:xfrm>
              <a:off x="6655301" y="1708323"/>
              <a:ext cx="203173" cy="253962"/>
            </a:xfrm>
            <a:custGeom>
              <a:rect b="b" l="l" r="r" t="t"/>
              <a:pathLst>
                <a:path extrusionOk="0" h="16311" w="13049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3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759" name="Google Shape;759;p3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"/>
          <p:cNvSpPr/>
          <p:nvPr/>
        </p:nvSpPr>
        <p:spPr>
          <a:xfrm>
            <a:off x="1731413" y="2269000"/>
            <a:ext cx="1399800" cy="449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9"/>
          <p:cNvSpPr/>
          <p:nvPr/>
        </p:nvSpPr>
        <p:spPr>
          <a:xfrm>
            <a:off x="1731413" y="3714075"/>
            <a:ext cx="1399800" cy="449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9"/>
          <p:cNvSpPr/>
          <p:nvPr/>
        </p:nvSpPr>
        <p:spPr>
          <a:xfrm>
            <a:off x="1731413" y="1546463"/>
            <a:ext cx="1399800" cy="449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9"/>
          <p:cNvSpPr/>
          <p:nvPr/>
        </p:nvSpPr>
        <p:spPr>
          <a:xfrm>
            <a:off x="1731413" y="2991538"/>
            <a:ext cx="1399800" cy="449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774" name="Google Shape;774;p39"/>
          <p:cNvSpPr txBox="1"/>
          <p:nvPr>
            <p:ph idx="4294967295" type="subTitle"/>
          </p:nvPr>
        </p:nvSpPr>
        <p:spPr>
          <a:xfrm>
            <a:off x="1849862" y="1574125"/>
            <a:ext cx="11742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Visitor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5" name="Google Shape;775;p39"/>
          <p:cNvSpPr txBox="1"/>
          <p:nvPr>
            <p:ph idx="4294967295" type="subTitle"/>
          </p:nvPr>
        </p:nvSpPr>
        <p:spPr>
          <a:xfrm>
            <a:off x="1849862" y="2296642"/>
            <a:ext cx="11742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Contributor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6" name="Google Shape;776;p39"/>
          <p:cNvSpPr txBox="1"/>
          <p:nvPr>
            <p:ph idx="4294967295" type="subTitle"/>
          </p:nvPr>
        </p:nvSpPr>
        <p:spPr>
          <a:xfrm>
            <a:off x="1849862" y="3019158"/>
            <a:ext cx="11742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Moderator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7" name="Google Shape;777;p39"/>
          <p:cNvSpPr txBox="1"/>
          <p:nvPr>
            <p:ph idx="4294967295" type="subTitle"/>
          </p:nvPr>
        </p:nvSpPr>
        <p:spPr>
          <a:xfrm>
            <a:off x="1849862" y="3741675"/>
            <a:ext cx="11742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Admin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3924212" y="1476250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0000" spcFirstLastPara="1" rIns="2743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Browse Contents and Search Contents by Query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39"/>
          <p:cNvSpPr/>
          <p:nvPr/>
        </p:nvSpPr>
        <p:spPr>
          <a:xfrm>
            <a:off x="3924212" y="2921329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Moderate Content, Resolve Disputes, View Edit Logs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39"/>
          <p:cNvSpPr/>
          <p:nvPr/>
        </p:nvSpPr>
        <p:spPr>
          <a:xfrm>
            <a:off x="3924200" y="2198800"/>
            <a:ext cx="36549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2743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Publish and Edit Content, Discuss Content, View Contribution Rules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39"/>
          <p:cNvSpPr/>
          <p:nvPr/>
        </p:nvSpPr>
        <p:spPr>
          <a:xfrm>
            <a:off x="3924212" y="3643850"/>
            <a:ext cx="3292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Manage Account Access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39"/>
          <p:cNvCxnSpPr/>
          <p:nvPr/>
        </p:nvCxnSpPr>
        <p:spPr>
          <a:xfrm>
            <a:off x="3131237" y="1768975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83" name="Google Shape;783;p39"/>
          <p:cNvCxnSpPr/>
          <p:nvPr/>
        </p:nvCxnSpPr>
        <p:spPr>
          <a:xfrm>
            <a:off x="3131237" y="2491500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84" name="Google Shape;784;p39"/>
          <p:cNvCxnSpPr/>
          <p:nvPr/>
        </p:nvCxnSpPr>
        <p:spPr>
          <a:xfrm>
            <a:off x="3131237" y="3214000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85" name="Google Shape;785;p39"/>
          <p:cNvCxnSpPr/>
          <p:nvPr/>
        </p:nvCxnSpPr>
        <p:spPr>
          <a:xfrm>
            <a:off x="3131237" y="3938913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0"/>
          <p:cNvSpPr txBox="1"/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91" name="Google Shape;791;p40"/>
          <p:cNvSpPr txBox="1"/>
          <p:nvPr>
            <p:ph idx="2" type="title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grpSp>
        <p:nvGrpSpPr>
          <p:cNvPr id="792" name="Google Shape;792;p40"/>
          <p:cNvGrpSpPr/>
          <p:nvPr/>
        </p:nvGrpSpPr>
        <p:grpSpPr>
          <a:xfrm>
            <a:off x="6275049" y="1382979"/>
            <a:ext cx="2377553" cy="2377553"/>
            <a:chOff x="6198197" y="1098851"/>
            <a:chExt cx="2945797" cy="2945797"/>
          </a:xfrm>
        </p:grpSpPr>
        <p:sp>
          <p:nvSpPr>
            <p:cNvPr id="793" name="Google Shape;793;p40"/>
            <p:cNvSpPr/>
            <p:nvPr/>
          </p:nvSpPr>
          <p:spPr>
            <a:xfrm>
              <a:off x="7315562" y="1098851"/>
              <a:ext cx="1218960" cy="1218960"/>
            </a:xfrm>
            <a:custGeom>
              <a:rect b="b" l="l" r="r" t="t"/>
              <a:pathLst>
                <a:path extrusionOk="0" h="78289" w="78289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7213984" y="2419374"/>
              <a:ext cx="355541" cy="152384"/>
            </a:xfrm>
            <a:custGeom>
              <a:rect b="b" l="l" r="r" t="t"/>
              <a:pathLst>
                <a:path extrusionOk="0" h="9787" w="22835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6283022" y="3307176"/>
              <a:ext cx="698875" cy="536854"/>
            </a:xfrm>
            <a:custGeom>
              <a:rect b="b" l="l" r="r" t="t"/>
              <a:pathLst>
                <a:path extrusionOk="0" h="34480" w="44886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6807669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6198197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6198197" y="2267006"/>
              <a:ext cx="1371328" cy="1015802"/>
            </a:xfrm>
            <a:custGeom>
              <a:rect b="b" l="l" r="r" t="t"/>
              <a:pathLst>
                <a:path extrusionOk="0" h="65241" w="88075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6706090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7925034" y="3841476"/>
              <a:ext cx="507909" cy="203173"/>
            </a:xfrm>
            <a:custGeom>
              <a:rect b="b" l="l" r="r" t="t"/>
              <a:pathLst>
                <a:path extrusionOk="0" h="13049" w="32621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6283022" y="1962270"/>
              <a:ext cx="1184924" cy="812645"/>
            </a:xfrm>
            <a:custGeom>
              <a:rect b="b" l="l" r="r" t="t"/>
              <a:pathLst>
                <a:path extrusionOk="0" h="52193" w="76103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6283022" y="1962270"/>
              <a:ext cx="945706" cy="812645"/>
            </a:xfrm>
            <a:custGeom>
              <a:rect b="b" l="l" r="r" t="t"/>
              <a:pathLst>
                <a:path extrusionOk="0" h="52193" w="60739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6756880" y="2571742"/>
              <a:ext cx="2387115" cy="203173"/>
            </a:xfrm>
            <a:custGeom>
              <a:rect b="b" l="l" r="r" t="t"/>
              <a:pathLst>
                <a:path extrusionOk="0" h="13049" w="153315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6381051" y="2302942"/>
              <a:ext cx="141718" cy="131302"/>
            </a:xfrm>
            <a:custGeom>
              <a:rect b="b" l="l" r="r" t="t"/>
              <a:pathLst>
                <a:path extrusionOk="0" h="8433" w="9102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6498371" y="2115152"/>
              <a:ext cx="176766" cy="166724"/>
            </a:xfrm>
            <a:custGeom>
              <a:rect b="b" l="l" r="r" t="t"/>
              <a:pathLst>
                <a:path extrusionOk="0" h="10708" w="11353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0"/>
            <p:cNvSpPr/>
            <p:nvPr/>
          </p:nvSpPr>
          <p:spPr>
            <a:xfrm>
              <a:off x="6655301" y="1809902"/>
              <a:ext cx="203173" cy="304752"/>
            </a:xfrm>
            <a:custGeom>
              <a:rect b="b" l="l" r="r" t="t"/>
              <a:pathLst>
                <a:path extrusionOk="0" h="19573" w="13049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6502933" y="2267006"/>
              <a:ext cx="761856" cy="304752"/>
            </a:xfrm>
            <a:custGeom>
              <a:rect b="b" l="l" r="r" t="t"/>
              <a:pathLst>
                <a:path extrusionOk="0" h="19573" w="48931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7518720" y="2063849"/>
              <a:ext cx="457120" cy="507909"/>
            </a:xfrm>
            <a:custGeom>
              <a:rect b="b" l="l" r="r" t="t"/>
              <a:pathLst>
                <a:path extrusionOk="0" h="32621" w="29359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6401354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7721877" y="3841476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8128192" y="1555955"/>
              <a:ext cx="1015802" cy="660277"/>
            </a:xfrm>
            <a:custGeom>
              <a:rect b="b" l="l" r="r" t="t"/>
              <a:pathLst>
                <a:path extrusionOk="0" h="42407" w="65241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8178981" y="1962270"/>
              <a:ext cx="609488" cy="609488"/>
            </a:xfrm>
            <a:custGeom>
              <a:rect b="b" l="l" r="r" t="t"/>
              <a:pathLst>
                <a:path extrusionOk="0" h="39145" w="39145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848371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863608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833134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8686875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696003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711240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680766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7163194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6706090" y="1809902"/>
              <a:ext cx="152384" cy="203173"/>
            </a:xfrm>
            <a:custGeom>
              <a:rect b="b" l="l" r="r" t="t"/>
              <a:pathLst>
                <a:path extrusionOk="0" h="13049" w="9787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0"/>
            <p:cNvSpPr/>
            <p:nvPr/>
          </p:nvSpPr>
          <p:spPr>
            <a:xfrm>
              <a:off x="6502933" y="1505166"/>
              <a:ext cx="304752" cy="304752"/>
            </a:xfrm>
            <a:custGeom>
              <a:rect b="b" l="l" r="r" t="t"/>
              <a:pathLst>
                <a:path extrusionOk="0" h="19573" w="19573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6655301" y="1606745"/>
              <a:ext cx="203173" cy="203173"/>
            </a:xfrm>
            <a:custGeom>
              <a:rect b="b" l="l" r="r" t="t"/>
              <a:pathLst>
                <a:path extrusionOk="0" h="13049" w="13049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6655301" y="1708323"/>
              <a:ext cx="203173" cy="253962"/>
            </a:xfrm>
            <a:custGeom>
              <a:rect b="b" l="l" r="r" t="t"/>
              <a:pathLst>
                <a:path extrusionOk="0" h="16311" w="13049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40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826" name="Google Shape;826;p40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- Techstack</a:t>
            </a:r>
            <a:endParaRPr/>
          </a:p>
        </p:txBody>
      </p:sp>
      <p:cxnSp>
        <p:nvCxnSpPr>
          <p:cNvPr id="837" name="Google Shape;837;p41"/>
          <p:cNvCxnSpPr>
            <a:stCxn id="838" idx="0"/>
            <a:endCxn id="839" idx="2"/>
          </p:cNvCxnSpPr>
          <p:nvPr/>
        </p:nvCxnSpPr>
        <p:spPr>
          <a:xfrm>
            <a:off x="4571951" y="1308426"/>
            <a:ext cx="0" cy="299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41"/>
          <p:cNvSpPr txBox="1"/>
          <p:nvPr>
            <p:ph idx="4294967295" type="subTitle"/>
          </p:nvPr>
        </p:nvSpPr>
        <p:spPr>
          <a:xfrm>
            <a:off x="5340015" y="1489405"/>
            <a:ext cx="22785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uFill>
                  <a:noFill/>
                </a:uFill>
                <a:hlinkClick r:id="rId3"/>
              </a:rPr>
              <a:t>Next.js 15</a:t>
            </a:r>
            <a:r>
              <a:rPr lang="en"/>
              <a:t> (App Router)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uFill>
                  <a:noFill/>
                </a:uFill>
                <a:hlinkClick r:id="rId4"/>
              </a:rPr>
              <a:t>React 19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uFill>
                  <a:noFill/>
                </a:uFill>
                <a:hlinkClick r:id="rId5"/>
              </a:rPr>
              <a:t>TypeScript</a:t>
            </a:r>
            <a:endParaRPr/>
          </a:p>
        </p:txBody>
      </p:sp>
      <p:sp>
        <p:nvSpPr>
          <p:cNvPr id="841" name="Google Shape;841;p41"/>
          <p:cNvSpPr txBox="1"/>
          <p:nvPr>
            <p:ph idx="4294967295" type="subTitle"/>
          </p:nvPr>
        </p:nvSpPr>
        <p:spPr>
          <a:xfrm>
            <a:off x="5339935" y="1222325"/>
            <a:ext cx="2811600" cy="4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Frontend and Backend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2" name="Google Shape;842;p41"/>
          <p:cNvSpPr txBox="1"/>
          <p:nvPr>
            <p:ph idx="4294967295" type="subTitle"/>
          </p:nvPr>
        </p:nvSpPr>
        <p:spPr>
          <a:xfrm>
            <a:off x="5340000" y="2602922"/>
            <a:ext cx="1936200" cy="4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Styling &amp; UI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3" name="Google Shape;843;p41"/>
          <p:cNvSpPr txBox="1"/>
          <p:nvPr>
            <p:ph idx="4294967295" type="subTitle"/>
          </p:nvPr>
        </p:nvSpPr>
        <p:spPr>
          <a:xfrm>
            <a:off x="5340050" y="2870004"/>
            <a:ext cx="22785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Tailwind CSS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React Icons</a:t>
            </a:r>
            <a:endParaRPr/>
          </a:p>
        </p:txBody>
      </p:sp>
      <p:sp>
        <p:nvSpPr>
          <p:cNvPr id="844" name="Google Shape;844;p41"/>
          <p:cNvSpPr txBox="1"/>
          <p:nvPr>
            <p:ph idx="4294967295" type="subTitle"/>
          </p:nvPr>
        </p:nvSpPr>
        <p:spPr>
          <a:xfrm>
            <a:off x="5340050" y="3929321"/>
            <a:ext cx="1936200" cy="4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rPr>
              <a:t>Testing</a:t>
            </a:r>
            <a:endParaRPr sz="1800">
              <a:solidFill>
                <a:schemeClr val="accent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5" name="Google Shape;845;p41"/>
          <p:cNvSpPr txBox="1"/>
          <p:nvPr>
            <p:ph idx="4294967295" type="subTitle"/>
          </p:nvPr>
        </p:nvSpPr>
        <p:spPr>
          <a:xfrm>
            <a:off x="5340088" y="4196406"/>
            <a:ext cx="26187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Jest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React Testing Library</a:t>
            </a:r>
            <a:endParaRPr/>
          </a:p>
        </p:txBody>
      </p:sp>
      <p:sp>
        <p:nvSpPr>
          <p:cNvPr id="846" name="Google Shape;846;p41"/>
          <p:cNvSpPr txBox="1"/>
          <p:nvPr>
            <p:ph idx="4294967295" type="subTitle"/>
          </p:nvPr>
        </p:nvSpPr>
        <p:spPr>
          <a:xfrm>
            <a:off x="1950061" y="1874550"/>
            <a:ext cx="19362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Database &amp; Storage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7" name="Google Shape;847;p41"/>
          <p:cNvSpPr txBox="1"/>
          <p:nvPr>
            <p:ph idx="4294967295" type="subTitle"/>
          </p:nvPr>
        </p:nvSpPr>
        <p:spPr>
          <a:xfrm>
            <a:off x="190500" y="2156076"/>
            <a:ext cx="3696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MySQL 8.0 (Relational DB)</a:t>
            </a:r>
            <a:endParaRPr/>
          </a:p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Docker (Containerization)</a:t>
            </a:r>
            <a:endParaRPr/>
          </a:p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Azure Blob Storage (Optional for media)</a:t>
            </a:r>
            <a:endParaRPr/>
          </a:p>
        </p:txBody>
      </p:sp>
      <p:sp>
        <p:nvSpPr>
          <p:cNvPr id="848" name="Google Shape;848;p41"/>
          <p:cNvSpPr txBox="1"/>
          <p:nvPr>
            <p:ph idx="4294967295" type="subTitle"/>
          </p:nvPr>
        </p:nvSpPr>
        <p:spPr>
          <a:xfrm>
            <a:off x="1950011" y="3218982"/>
            <a:ext cx="19362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Security &amp; Utilities</a:t>
            </a:r>
            <a:endParaRPr sz="1800">
              <a:solidFill>
                <a:schemeClr val="accent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9" name="Google Shape;849;p41"/>
          <p:cNvSpPr txBox="1"/>
          <p:nvPr>
            <p:ph idx="4294967295" type="subTitle"/>
          </p:nvPr>
        </p:nvSpPr>
        <p:spPr>
          <a:xfrm>
            <a:off x="343376" y="3514862"/>
            <a:ext cx="35430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</a:t>
            </a:r>
            <a:r>
              <a:rPr lang="en"/>
              <a:t>cryptjs (Password Hashing)</a:t>
            </a:r>
            <a:endParaRPr/>
          </a:p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Jsonwebtoken (JWT Authentication)</a:t>
            </a:r>
            <a:endParaRPr/>
          </a:p>
          <a:p>
            <a: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</a:t>
            </a:r>
            <a:r>
              <a:rPr lang="en"/>
              <a:t>ysq12 (Database Driver)</a:t>
            </a:r>
            <a:endParaRPr/>
          </a:p>
        </p:txBody>
      </p:sp>
      <p:sp>
        <p:nvSpPr>
          <p:cNvPr id="838" name="Google Shape;838;p41"/>
          <p:cNvSpPr/>
          <p:nvPr/>
        </p:nvSpPr>
        <p:spPr>
          <a:xfrm>
            <a:off x="4234751" y="1308426"/>
            <a:ext cx="674400" cy="265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1"/>
          <p:cNvSpPr/>
          <p:nvPr/>
        </p:nvSpPr>
        <p:spPr>
          <a:xfrm rot="10800000">
            <a:off x="4234799" y="3356011"/>
            <a:ext cx="674400" cy="265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1"/>
          <p:cNvSpPr/>
          <p:nvPr/>
        </p:nvSpPr>
        <p:spPr>
          <a:xfrm>
            <a:off x="4234751" y="2673487"/>
            <a:ext cx="674400" cy="2652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1"/>
          <p:cNvSpPr/>
          <p:nvPr/>
        </p:nvSpPr>
        <p:spPr>
          <a:xfrm rot="10800000">
            <a:off x="4234799" y="1990951"/>
            <a:ext cx="674400" cy="265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1"/>
          <p:cNvSpPr/>
          <p:nvPr/>
        </p:nvSpPr>
        <p:spPr>
          <a:xfrm>
            <a:off x="4234751" y="4038547"/>
            <a:ext cx="674400" cy="265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3" name="Google Shape;853;p41"/>
          <p:cNvCxnSpPr>
            <a:stCxn id="838" idx="3"/>
          </p:cNvCxnSpPr>
          <p:nvPr/>
        </p:nvCxnSpPr>
        <p:spPr>
          <a:xfrm>
            <a:off x="4909151" y="1441026"/>
            <a:ext cx="177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54" name="Google Shape;854;p41"/>
          <p:cNvCxnSpPr/>
          <p:nvPr/>
        </p:nvCxnSpPr>
        <p:spPr>
          <a:xfrm>
            <a:off x="4909199" y="2806064"/>
            <a:ext cx="177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55" name="Google Shape;855;p41"/>
          <p:cNvCxnSpPr/>
          <p:nvPr/>
        </p:nvCxnSpPr>
        <p:spPr>
          <a:xfrm>
            <a:off x="4909199" y="4171136"/>
            <a:ext cx="17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56" name="Google Shape;856;p41"/>
          <p:cNvCxnSpPr/>
          <p:nvPr/>
        </p:nvCxnSpPr>
        <p:spPr>
          <a:xfrm rot="10800000">
            <a:off x="4057451" y="3488585"/>
            <a:ext cx="1773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57" name="Google Shape;857;p41"/>
          <p:cNvCxnSpPr/>
          <p:nvPr/>
        </p:nvCxnSpPr>
        <p:spPr>
          <a:xfrm rot="10800000">
            <a:off x="4057451" y="2123544"/>
            <a:ext cx="177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863" name="Google Shape;863;p42"/>
          <p:cNvSpPr/>
          <p:nvPr/>
        </p:nvSpPr>
        <p:spPr>
          <a:xfrm>
            <a:off x="720012" y="2664090"/>
            <a:ext cx="1399800" cy="65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2"/>
          <p:cNvSpPr/>
          <p:nvPr/>
        </p:nvSpPr>
        <p:spPr>
          <a:xfrm>
            <a:off x="1465856" y="1465180"/>
            <a:ext cx="1399800" cy="65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2"/>
          <p:cNvSpPr/>
          <p:nvPr/>
        </p:nvSpPr>
        <p:spPr>
          <a:xfrm>
            <a:off x="1185212" y="3855707"/>
            <a:ext cx="1399800" cy="65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2"/>
          <p:cNvSpPr txBox="1"/>
          <p:nvPr>
            <p:ph idx="4294967295" type="subTitle"/>
          </p:nvPr>
        </p:nvSpPr>
        <p:spPr>
          <a:xfrm>
            <a:off x="1584305" y="1505211"/>
            <a:ext cx="11742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Client Layer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7" name="Google Shape;867;p42"/>
          <p:cNvSpPr txBox="1"/>
          <p:nvPr>
            <p:ph idx="4294967295" type="subTitle"/>
          </p:nvPr>
        </p:nvSpPr>
        <p:spPr>
          <a:xfrm>
            <a:off x="838461" y="2704090"/>
            <a:ext cx="11742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API Layer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8" name="Google Shape;868;p42"/>
          <p:cNvSpPr txBox="1"/>
          <p:nvPr>
            <p:ph idx="4294967295" type="subTitle"/>
          </p:nvPr>
        </p:nvSpPr>
        <p:spPr>
          <a:xfrm>
            <a:off x="974100" y="3899121"/>
            <a:ext cx="1833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Data Persistence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3485940" y="1504700"/>
            <a:ext cx="4192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0000" spcFirstLastPara="1" rIns="274300" wrap="square" tIns="9142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‘use client’ components for interactive features (Editors, Search forms)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Fetches data via standard fetch API calls to the internal backend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42"/>
          <p:cNvSpPr/>
          <p:nvPr/>
        </p:nvSpPr>
        <p:spPr>
          <a:xfrm>
            <a:off x="3201605" y="3754100"/>
            <a:ext cx="49683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MySQL: Relational data (Users, Stories, Comments, Disputes).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Storage: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 Dev: Filesystem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Production: Azure Blob Storage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42"/>
          <p:cNvSpPr/>
          <p:nvPr/>
        </p:nvSpPr>
        <p:spPr>
          <a:xfrm>
            <a:off x="2912800" y="2597774"/>
            <a:ext cx="4356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274300" wrap="square" tIns="9142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Located in src/app/api/*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Handles business logic, input validation and authorization checks.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Strictly enforces Role-Based Access Control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42"/>
          <p:cNvCxnSpPr/>
          <p:nvPr/>
        </p:nvCxnSpPr>
        <p:spPr>
          <a:xfrm>
            <a:off x="2865680" y="1787179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73" name="Google Shape;873;p42"/>
          <p:cNvCxnSpPr/>
          <p:nvPr/>
        </p:nvCxnSpPr>
        <p:spPr>
          <a:xfrm>
            <a:off x="2119837" y="2986071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74" name="Google Shape;874;p42"/>
          <p:cNvCxnSpPr/>
          <p:nvPr/>
        </p:nvCxnSpPr>
        <p:spPr>
          <a:xfrm>
            <a:off x="2585037" y="417763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3"/>
          <p:cNvSpPr txBox="1"/>
          <p:nvPr>
            <p:ph idx="4294967295"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